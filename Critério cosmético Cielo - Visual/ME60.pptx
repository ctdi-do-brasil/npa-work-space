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addSld delSld modSld">
      <pc:chgData name="Mariane Santos" userId="1dc76e84-c301-477b-901b-ed75ee0d8848" providerId="ADAL" clId="{8F03516E-5CB9-4735-B9F4-BBFE36496A9A}" dt="2026-06-26T11:12:35.147" v="21" actId="47"/>
      <pc:docMkLst>
        <pc:docMk/>
      </pc:docMkLst>
      <pc:sldChg chg="addSp delSp modSp new mod">
        <pc:chgData name="Mariane Santos" userId="1dc76e84-c301-477b-901b-ed75ee0d8848" providerId="ADAL" clId="{8F03516E-5CB9-4735-B9F4-BBFE36496A9A}" dt="2026-06-26T11:07:49.579" v="7" actId="1076"/>
        <pc:sldMkLst>
          <pc:docMk/>
          <pc:sldMk cId="353266850" sldId="258"/>
        </pc:sldMkLst>
        <pc:spChg chg="del">
          <ac:chgData name="Mariane Santos" userId="1dc76e84-c301-477b-901b-ed75ee0d8848" providerId="ADAL" clId="{8F03516E-5CB9-4735-B9F4-BBFE36496A9A}" dt="2026-06-26T11:06:49.732" v="2" actId="478"/>
          <ac:spMkLst>
            <pc:docMk/>
            <pc:sldMk cId="353266850" sldId="258"/>
            <ac:spMk id="2" creationId="{1787C3A3-6415-9998-BC4D-43A564D4540E}"/>
          </ac:spMkLst>
        </pc:spChg>
        <pc:spChg chg="del">
          <ac:chgData name="Mariane Santos" userId="1dc76e84-c301-477b-901b-ed75ee0d8848" providerId="ADAL" clId="{8F03516E-5CB9-4735-B9F4-BBFE36496A9A}" dt="2026-06-26T11:06:48.444" v="1" actId="478"/>
          <ac:spMkLst>
            <pc:docMk/>
            <pc:sldMk cId="353266850" sldId="258"/>
            <ac:spMk id="3" creationId="{7856984B-B887-A233-089A-B07892E58A30}"/>
          </ac:spMkLst>
        </pc:spChg>
        <pc:picChg chg="add mod">
          <ac:chgData name="Mariane Santos" userId="1dc76e84-c301-477b-901b-ed75ee0d8848" providerId="ADAL" clId="{8F03516E-5CB9-4735-B9F4-BBFE36496A9A}" dt="2026-06-26T11:07:49.579" v="7" actId="1076"/>
          <ac:picMkLst>
            <pc:docMk/>
            <pc:sldMk cId="353266850" sldId="258"/>
            <ac:picMk id="5" creationId="{882A15A0-2B44-B4EC-0270-346B21B02305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1:08:59.836" v="17" actId="1076"/>
        <pc:sldMkLst>
          <pc:docMk/>
          <pc:sldMk cId="915004233" sldId="259"/>
        </pc:sldMkLst>
        <pc:spChg chg="del">
          <ac:chgData name="Mariane Santos" userId="1dc76e84-c301-477b-901b-ed75ee0d8848" providerId="ADAL" clId="{8F03516E-5CB9-4735-B9F4-BBFE36496A9A}" dt="2026-06-26T11:08:39.516" v="9" actId="478"/>
          <ac:spMkLst>
            <pc:docMk/>
            <pc:sldMk cId="915004233" sldId="259"/>
            <ac:spMk id="2" creationId="{02CC9BB4-4BF5-895A-3B53-FFFE64B704A3}"/>
          </ac:spMkLst>
        </pc:spChg>
        <pc:spChg chg="del">
          <ac:chgData name="Mariane Santos" userId="1dc76e84-c301-477b-901b-ed75ee0d8848" providerId="ADAL" clId="{8F03516E-5CB9-4735-B9F4-BBFE36496A9A}" dt="2026-06-26T11:08:41.674" v="10" actId="478"/>
          <ac:spMkLst>
            <pc:docMk/>
            <pc:sldMk cId="915004233" sldId="259"/>
            <ac:spMk id="3" creationId="{E4FD66CF-13C9-7A11-38AA-ED02871EAE42}"/>
          </ac:spMkLst>
        </pc:spChg>
        <pc:picChg chg="add mod">
          <ac:chgData name="Mariane Santos" userId="1dc76e84-c301-477b-901b-ed75ee0d8848" providerId="ADAL" clId="{8F03516E-5CB9-4735-B9F4-BBFE36496A9A}" dt="2026-06-26T11:08:59.836" v="17" actId="1076"/>
          <ac:picMkLst>
            <pc:docMk/>
            <pc:sldMk cId="915004233" sldId="259"/>
            <ac:picMk id="5" creationId="{C6C896E1-5C67-3E30-5DB4-D3A6026D2A0A}"/>
          </ac:picMkLst>
        </pc:picChg>
      </pc:sldChg>
      <pc:sldChg chg="delSp new del mod">
        <pc:chgData name="Mariane Santos" userId="1dc76e84-c301-477b-901b-ed75ee0d8848" providerId="ADAL" clId="{8F03516E-5CB9-4735-B9F4-BBFE36496A9A}" dt="2026-06-26T11:12:35.147" v="21" actId="47"/>
        <pc:sldMkLst>
          <pc:docMk/>
          <pc:sldMk cId="2956880373" sldId="260"/>
        </pc:sldMkLst>
        <pc:spChg chg="del">
          <ac:chgData name="Mariane Santos" userId="1dc76e84-c301-477b-901b-ed75ee0d8848" providerId="ADAL" clId="{8F03516E-5CB9-4735-B9F4-BBFE36496A9A}" dt="2026-06-26T11:12:21.490" v="19" actId="478"/>
          <ac:spMkLst>
            <pc:docMk/>
            <pc:sldMk cId="2956880373" sldId="260"/>
            <ac:spMk id="2" creationId="{DF541361-F1F7-B06E-A1CF-B4BA9583B015}"/>
          </ac:spMkLst>
        </pc:spChg>
        <pc:spChg chg="del">
          <ac:chgData name="Mariane Santos" userId="1dc76e84-c301-477b-901b-ed75ee0d8848" providerId="ADAL" clId="{8F03516E-5CB9-4735-B9F4-BBFE36496A9A}" dt="2026-06-26T11:12:23.244" v="20" actId="478"/>
          <ac:spMkLst>
            <pc:docMk/>
            <pc:sldMk cId="2956880373" sldId="260"/>
            <ac:spMk id="3" creationId="{B9571D67-6022-A6E9-EFF4-4735E3D5CC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92689-EA97-1B6F-078A-E67DD9B03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EBEC96-8D27-95C4-9FBE-615372E85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5D35E7-8153-3FFE-6CF7-867E5144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18ED9F-CD58-82DA-7542-92522A2AA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BD663-B7DF-EA20-5928-1027D2C4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5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99D7E-8F69-D729-EAB5-67663CB3F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E5A3BB-B358-A33A-5221-26659141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56E7CA-4176-8C32-8FBB-EAEFC459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F0881B-4287-358C-9F3F-21B6A7C5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81C7B6-07FB-A014-8ECE-DCA2D8CA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73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BACC4-1713-4961-5EA3-D8F965776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2CDA53-2F5A-AE57-4605-7F7408350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80D754-385C-DA78-942D-6F6CC9BC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8F63AC-A6F9-E4D5-32AB-A4563106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2CE4B7-26B0-7CE9-9638-9F92D020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0A2DA-7170-8515-35DC-6C1ADA3B3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DD5B23-7FD2-A934-E2E8-2B9ACEF10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46D4E4-C43A-255A-12F0-0BD171692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74DA06-B4E9-39B5-65FA-87704862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6F5834-C9E9-8025-B603-484A09C6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4C2645-2F91-4B12-8A58-98270978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71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AADA5-C8B7-B72D-2BB7-22A3157A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5430D4-08C6-A02E-9280-BAE77F644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9B2BC4-98A4-1F5B-2EDD-0DED311D2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90B53D-1F84-7FA8-9BD2-2B7FE144D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1885D1D-D22C-3DAA-532A-50BFF29DD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FCA34D1-0754-F67F-4F49-EC82EC3A7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F44FDC-CF7E-E617-3148-DA240AF45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DDB6B3-BE79-73B6-F821-930A7EF7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32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1BE6A-A845-1779-609B-1DD0202C0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D0F1700-99AE-61FD-05E5-9BD052A25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68575EF-CD62-94DC-AB89-B08AD18A1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592FE20-3447-84EB-E86F-A0226D3A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358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274775-3F1D-8488-3397-B8921F4FD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61A095-8A3B-4248-1F91-F2077E14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92B03B-8EC4-1ED7-36F4-8A4E4B8D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191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93490-4716-AA2C-FA7D-3FA3F221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4A8D77-05E5-79FC-B83A-C241D0AC3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54CCCE-F392-2B3C-C3F8-75D0B8C12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A4FE7E-0A22-C446-BC35-D3ACCC00D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5750E9-00E3-9C49-D4BE-46942AA5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CDFB9C-72AE-3C1F-FA74-2D0FAB18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816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879C7-0EA1-F1E3-7A2D-DBA6F574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78B3D10-C500-C0A7-0BBF-817562586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0AD6C4-EC8B-3EC2-0F87-B92FD42C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F498FB-BF12-1C17-B584-E95B89BAE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FA1D2D-1966-2883-FDA6-04FAD98F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C6A958-A379-A79E-90D9-8818D6A8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25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D5F75-F99D-3F34-306A-236760322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337E141-E81B-636B-FDEF-D4190991B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2A371B-0C62-2455-0D67-629586B7C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DDA2BE-14E5-30B4-113E-BB1042A8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9CCEBD-34A0-673B-6336-6AFC47E62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1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029F803-5EB1-F4B3-68E4-02AC575BF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EFFA14-55F8-D3F0-89D5-6E27F234D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6EAE3-8D5D-C966-53ED-1250301C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A9EC3-2249-8221-BA7B-1F58668B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283DE9-F89E-17B2-6C5A-6A0DD415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25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B089AC9-FB52-73D5-C58C-59AC129EF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4AD8FE-3A5C-50CB-E5F7-9B5937037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16E3E4-990C-F4C7-A2DA-BC7D98A38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1281D-A9BB-4CB3-853A-1558E0BE54A4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78DFB6-E2F1-C14D-3FF3-E27CC2FC1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D5E2A5-E840-9A15-2C5B-B7D3494B5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539B5-75F6-44F1-84E1-EAA76D834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89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5A2C361-1467-82A9-005C-8A0A9771D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028" y="472192"/>
            <a:ext cx="7813943" cy="591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8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DF26B04-4B4B-450D-5B73-0B4F06A98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109" y="737962"/>
            <a:ext cx="8319781" cy="538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6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82A15A0-2B44-B4EC-0270-346B21B02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260" y="461594"/>
            <a:ext cx="6517480" cy="59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6C896E1-5C67-3E30-5DB4-D3A6026D2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188" y="901841"/>
            <a:ext cx="7243623" cy="505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042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1</cp:revision>
  <dcterms:created xsi:type="dcterms:W3CDTF">2026-06-25T16:01:14Z</dcterms:created>
  <dcterms:modified xsi:type="dcterms:W3CDTF">2026-06-26T11:12:36Z</dcterms:modified>
</cp:coreProperties>
</file>