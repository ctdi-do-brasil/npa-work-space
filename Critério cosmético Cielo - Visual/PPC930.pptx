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addSld modSld">
      <pc:chgData name="Mariane Santos" userId="1dc76e84-c301-477b-901b-ed75ee0d8848" providerId="ADAL" clId="{8F03516E-5CB9-4735-B9F4-BBFE36496A9A}" dt="2026-06-26T11:21:43.215" v="29" actId="1076"/>
      <pc:docMkLst>
        <pc:docMk/>
      </pc:docMkLst>
      <pc:sldChg chg="addSp delSp modSp mod">
        <pc:chgData name="Mariane Santos" userId="1dc76e84-c301-477b-901b-ed75ee0d8848" providerId="ADAL" clId="{8F03516E-5CB9-4735-B9F4-BBFE36496A9A}" dt="2026-06-25T17:23:57.035" v="10" actId="1076"/>
        <pc:sldMkLst>
          <pc:docMk/>
          <pc:sldMk cId="2124793554" sldId="256"/>
        </pc:sldMkLst>
        <pc:picChg chg="del">
          <ac:chgData name="Mariane Santos" userId="1dc76e84-c301-477b-901b-ed75ee0d8848" providerId="ADAL" clId="{8F03516E-5CB9-4735-B9F4-BBFE36496A9A}" dt="2026-06-25T17:23:27.879" v="0" actId="478"/>
          <ac:picMkLst>
            <pc:docMk/>
            <pc:sldMk cId="2124793554" sldId="256"/>
            <ac:picMk id="7" creationId="{D3F6D968-6214-62B1-98A7-84FA93E5598D}"/>
          </ac:picMkLst>
        </pc:picChg>
        <pc:picChg chg="add mod">
          <ac:chgData name="Mariane Santos" userId="1dc76e84-c301-477b-901b-ed75ee0d8848" providerId="ADAL" clId="{8F03516E-5CB9-4735-B9F4-BBFE36496A9A}" dt="2026-06-25T17:23:57.035" v="10" actId="1076"/>
          <ac:picMkLst>
            <pc:docMk/>
            <pc:sldMk cId="2124793554" sldId="256"/>
            <ac:picMk id="9" creationId="{196021FA-4153-1CF6-2F3C-9ADE3EF87FD1}"/>
          </ac:picMkLst>
        </pc:picChg>
      </pc:sldChg>
      <pc:sldChg chg="addSp delSp modSp mod">
        <pc:chgData name="Mariane Santos" userId="1dc76e84-c301-477b-901b-ed75ee0d8848" providerId="ADAL" clId="{8F03516E-5CB9-4735-B9F4-BBFE36496A9A}" dt="2026-06-25T17:24:39.640" v="16" actId="1076"/>
        <pc:sldMkLst>
          <pc:docMk/>
          <pc:sldMk cId="1185384145" sldId="257"/>
        </pc:sldMkLst>
        <pc:picChg chg="del">
          <ac:chgData name="Mariane Santos" userId="1dc76e84-c301-477b-901b-ed75ee0d8848" providerId="ADAL" clId="{8F03516E-5CB9-4735-B9F4-BBFE36496A9A}" dt="2026-06-25T17:23:59.262" v="11" actId="478"/>
          <ac:picMkLst>
            <pc:docMk/>
            <pc:sldMk cId="1185384145" sldId="257"/>
            <ac:picMk id="6" creationId="{0270549C-70E8-CF4A-B4E6-192ACC2F0D96}"/>
          </ac:picMkLst>
        </pc:picChg>
        <pc:picChg chg="add mod">
          <ac:chgData name="Mariane Santos" userId="1dc76e84-c301-477b-901b-ed75ee0d8848" providerId="ADAL" clId="{8F03516E-5CB9-4735-B9F4-BBFE36496A9A}" dt="2026-06-25T17:24:39.640" v="16" actId="1076"/>
          <ac:picMkLst>
            <pc:docMk/>
            <pc:sldMk cId="1185384145" sldId="257"/>
            <ac:picMk id="8" creationId="{360403FF-3083-FD9D-19E8-EA10BCE2FE98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6T11:21:02.715" v="23" actId="1076"/>
        <pc:sldMkLst>
          <pc:docMk/>
          <pc:sldMk cId="1219476568" sldId="258"/>
        </pc:sldMkLst>
        <pc:spChg chg="del">
          <ac:chgData name="Mariane Santos" userId="1dc76e84-c301-477b-901b-ed75ee0d8848" providerId="ADAL" clId="{8F03516E-5CB9-4735-B9F4-BBFE36496A9A}" dt="2026-06-26T11:20:25.513" v="18" actId="478"/>
          <ac:spMkLst>
            <pc:docMk/>
            <pc:sldMk cId="1219476568" sldId="258"/>
            <ac:spMk id="2" creationId="{8594B2C4-F919-0A19-A21C-722A1BA6894B}"/>
          </ac:spMkLst>
        </pc:spChg>
        <pc:spChg chg="del">
          <ac:chgData name="Mariane Santos" userId="1dc76e84-c301-477b-901b-ed75ee0d8848" providerId="ADAL" clId="{8F03516E-5CB9-4735-B9F4-BBFE36496A9A}" dt="2026-06-26T11:20:27.104" v="19" actId="478"/>
          <ac:spMkLst>
            <pc:docMk/>
            <pc:sldMk cId="1219476568" sldId="258"/>
            <ac:spMk id="3" creationId="{6608FE12-212F-D978-BE37-CB3321565601}"/>
          </ac:spMkLst>
        </pc:spChg>
        <pc:picChg chg="add mod">
          <ac:chgData name="Mariane Santos" userId="1dc76e84-c301-477b-901b-ed75ee0d8848" providerId="ADAL" clId="{8F03516E-5CB9-4735-B9F4-BBFE36496A9A}" dt="2026-06-26T11:21:02.715" v="23" actId="1076"/>
          <ac:picMkLst>
            <pc:docMk/>
            <pc:sldMk cId="1219476568" sldId="258"/>
            <ac:picMk id="5" creationId="{BF869F5E-2B7A-FA62-F8AD-F2277F2088E8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6T11:21:43.215" v="29" actId="1076"/>
        <pc:sldMkLst>
          <pc:docMk/>
          <pc:sldMk cId="2693511479" sldId="259"/>
        </pc:sldMkLst>
        <pc:spChg chg="del">
          <ac:chgData name="Mariane Santos" userId="1dc76e84-c301-477b-901b-ed75ee0d8848" providerId="ADAL" clId="{8F03516E-5CB9-4735-B9F4-BBFE36496A9A}" dt="2026-06-26T11:21:09.527" v="25" actId="478"/>
          <ac:spMkLst>
            <pc:docMk/>
            <pc:sldMk cId="2693511479" sldId="259"/>
            <ac:spMk id="2" creationId="{89BDFF66-88AC-80E9-55CB-9E7694436879}"/>
          </ac:spMkLst>
        </pc:spChg>
        <pc:spChg chg="del">
          <ac:chgData name="Mariane Santos" userId="1dc76e84-c301-477b-901b-ed75ee0d8848" providerId="ADAL" clId="{8F03516E-5CB9-4735-B9F4-BBFE36496A9A}" dt="2026-06-26T11:21:12.144" v="26" actId="478"/>
          <ac:spMkLst>
            <pc:docMk/>
            <pc:sldMk cId="2693511479" sldId="259"/>
            <ac:spMk id="3" creationId="{04E44B0C-3847-EE37-3FDA-2D25EA1AD3E2}"/>
          </ac:spMkLst>
        </pc:spChg>
        <pc:picChg chg="add mod">
          <ac:chgData name="Mariane Santos" userId="1dc76e84-c301-477b-901b-ed75ee0d8848" providerId="ADAL" clId="{8F03516E-5CB9-4735-B9F4-BBFE36496A9A}" dt="2026-06-26T11:21:43.215" v="29" actId="1076"/>
          <ac:picMkLst>
            <pc:docMk/>
            <pc:sldMk cId="2693511479" sldId="259"/>
            <ac:picMk id="5" creationId="{969E08FC-A2FE-E572-BC86-A587F7BECF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0FF-051B-2ABC-396F-95359C75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6DA0D-06C5-CD1A-6207-34E0C026F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4F1ECF-EDC3-C857-653B-4B4D5724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30916-06DE-8A33-E01A-A8D4E4FE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F1F02-6B47-D1ED-281F-91E947A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39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AE27-176F-9D80-D738-AD1A1D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BC7F-EA2B-6AE4-50D4-C41FA01E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9191E-717E-C4BA-8426-605CBB50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3ADBB-BC35-6755-3D2B-63E409ED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B4B1E-CB4C-E781-857E-F05FA17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D4D0-61F8-AEC4-6C05-01006D8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90BEE-A94E-0DEC-A952-481F18C24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D1851-F32D-B8BD-71BE-E45B43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0C03C-D627-C18A-72F1-6ABF6F2A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2B7F9-BED9-70DB-98AD-7FDA6E75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6EFCB-4C17-1D86-D667-C566E1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37637-83F9-88DB-CA2B-58C10F7DC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195D4-59AF-5A02-4E03-D3DE33F4B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1B958-D9CC-8165-F9CF-45352A9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79CC3-A822-8FBC-E514-EE26EBD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A578-4B9F-A395-6364-84F2B361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2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5E6A3-DA9C-794C-DC41-4630B148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B1C2B0-1DE5-B230-3803-F8EA2F13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AC91F-4100-29A1-DDAA-FAF06EB0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D08D86-DF5D-181E-914B-17D4B1EEB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652505-A3A4-376E-92A0-C479DE58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1FDCD9-8AD2-06E0-0016-754A391E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C6F9-9DCF-99F3-5B9C-FD655A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AF947D-478C-B2C4-8181-6EAA17B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1CB2-A9A7-9672-3469-C35C5600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81321-ED42-3560-EB57-823082A0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F3ED31-BE7D-A625-F660-62BBF027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314E0E-DC23-9C53-5B51-BCF4FB06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84B274-903B-92C6-BF85-7F063863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B7FB0C-FDAC-6251-1762-92B847B0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464A22-D269-54E1-FF10-9235A6A3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43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57C8-2EA7-8E39-A328-A8D66422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AB081-4A87-4E51-BEF9-746A222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DE3A02-C669-546D-5E6E-3D456406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998E6-A7F8-60C0-37E1-E71AA6F3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7F386F-4E9E-6ED0-7F83-E589E73E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2BD98-5778-6A16-1762-6925041A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3689-590F-26D3-8ACC-857D144C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DBCF5F-B3AF-659C-AB26-69326F08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4888A-61A9-BB3A-F3BF-8BD7350F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4F536-2C49-EF76-0422-37CF3A1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F1BF30-1DA2-8CBB-9B25-FD5C885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19684-519F-DF5E-742F-7FBE3900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2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F4C-EF6E-B7FF-C570-3C1E8020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6A32E4-6D8B-2097-6E45-4B0480B28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5F80-0F12-C688-7952-5E8D2F5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107A3-1C5B-41D3-E525-392B8C4B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D72B8-2DAD-25F4-9819-881536C8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1DD66-0D36-17F1-8E16-D5C3D11BB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2412B-35C7-C75D-E7E8-192121233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D8CA-6580-CB2A-BB62-E39040EC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711BF-B6BD-9621-BB10-2BF5A14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3C4F0-B239-E37E-6CE7-3BF9464D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1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8AEAC-60F0-449D-9F9F-D1A6D168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F2E41-9741-5675-8A99-974983C9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A30B91-D735-A61B-4CD8-4B8BEBACA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4ED58-51EF-4E62-5FE9-FF6112464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65355-4C4A-C1B6-BEBD-2EBFF450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196021FA-4153-1CF6-2F3C-9ADE3EF87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398" y="-23210"/>
            <a:ext cx="8121203" cy="690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9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60403FF-3083-FD9D-19E8-EA10BCE2F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279" y="373115"/>
            <a:ext cx="7397442" cy="61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F869F5E-2B7A-FA62-F8AD-F2277F208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362" y="610896"/>
            <a:ext cx="7551275" cy="563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7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69E08FC-A2FE-E572-BC86-A587F7BEC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060" y="1414063"/>
            <a:ext cx="7807879" cy="402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11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2</cp:revision>
  <dcterms:created xsi:type="dcterms:W3CDTF">2026-06-25T16:03:33Z</dcterms:created>
  <dcterms:modified xsi:type="dcterms:W3CDTF">2026-06-26T11:21:53Z</dcterms:modified>
</cp:coreProperties>
</file>