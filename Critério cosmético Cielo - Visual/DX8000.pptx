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C8AE3-7656-46AF-A3D1-A7F1BD03CEB8}" v="1" dt="2026-06-25T17:22:01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modSld">
      <pc:chgData name="Mariane Santos" userId="1dc76e84-c301-477b-901b-ed75ee0d8848" providerId="ADAL" clId="{8F03516E-5CB9-4735-B9F4-BBFE36496A9A}" dt="2026-06-26T11:18:47.070" v="28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6:05:55.345" v="5" actId="1076"/>
        <pc:sldMkLst>
          <pc:docMk/>
          <pc:sldMk cId="2124793554" sldId="256"/>
        </pc:sldMkLst>
        <pc:picChg chg="del">
          <ac:chgData name="Mariane Santos" userId="1dc76e84-c301-477b-901b-ed75ee0d8848" providerId="ADAL" clId="{8F03516E-5CB9-4735-B9F4-BBFE36496A9A}" dt="2026-06-25T16:05:19.685" v="0" actId="478"/>
          <ac:picMkLst>
            <pc:docMk/>
            <pc:sldMk cId="2124793554" sldId="256"/>
            <ac:picMk id="5" creationId="{EBE2D4C8-04CF-8863-E4EC-00A649F53419}"/>
          </ac:picMkLst>
        </pc:picChg>
        <pc:picChg chg="add mod">
          <ac:chgData name="Mariane Santos" userId="1dc76e84-c301-477b-901b-ed75ee0d8848" providerId="ADAL" clId="{8F03516E-5CB9-4735-B9F4-BBFE36496A9A}" dt="2026-06-25T16:05:55.345" v="5" actId="1076"/>
          <ac:picMkLst>
            <pc:docMk/>
            <pc:sldMk cId="2124793554" sldId="256"/>
            <ac:picMk id="7" creationId="{D3F6D968-6214-62B1-98A7-84FA93E5598D}"/>
          </ac:picMkLst>
        </pc:picChg>
      </pc:sldChg>
      <pc:sldChg chg="addSp delSp modSp mod">
        <pc:chgData name="Mariane Santos" userId="1dc76e84-c301-477b-901b-ed75ee0d8848" providerId="ADAL" clId="{8F03516E-5CB9-4735-B9F4-BBFE36496A9A}" dt="2026-06-25T17:22:14.364" v="10" actId="1076"/>
        <pc:sldMkLst>
          <pc:docMk/>
          <pc:sldMk cId="1185384145" sldId="257"/>
        </pc:sldMkLst>
        <pc:picChg chg="del">
          <ac:chgData name="Mariane Santos" userId="1dc76e84-c301-477b-901b-ed75ee0d8848" providerId="ADAL" clId="{8F03516E-5CB9-4735-B9F4-BBFE36496A9A}" dt="2026-06-25T16:05:21.400" v="1" actId="478"/>
          <ac:picMkLst>
            <pc:docMk/>
            <pc:sldMk cId="1185384145" sldId="257"/>
            <ac:picMk id="5" creationId="{10A4D320-1B12-E6AA-9196-AAC02A87ACED}"/>
          </ac:picMkLst>
        </pc:picChg>
        <pc:picChg chg="add mod">
          <ac:chgData name="Mariane Santos" userId="1dc76e84-c301-477b-901b-ed75ee0d8848" providerId="ADAL" clId="{8F03516E-5CB9-4735-B9F4-BBFE36496A9A}" dt="2026-06-25T17:22:14.364" v="10" actId="1076"/>
          <ac:picMkLst>
            <pc:docMk/>
            <pc:sldMk cId="1185384145" sldId="257"/>
            <ac:picMk id="6" creationId="{0270549C-70E8-CF4A-B4E6-192ACC2F0D96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15:39.523" v="16" actId="1076"/>
        <pc:sldMkLst>
          <pc:docMk/>
          <pc:sldMk cId="154095655" sldId="258"/>
        </pc:sldMkLst>
        <pc:spChg chg="del">
          <ac:chgData name="Mariane Santos" userId="1dc76e84-c301-477b-901b-ed75ee0d8848" providerId="ADAL" clId="{8F03516E-5CB9-4735-B9F4-BBFE36496A9A}" dt="2026-06-26T11:15:03.345" v="12" actId="478"/>
          <ac:spMkLst>
            <pc:docMk/>
            <pc:sldMk cId="154095655" sldId="258"/>
            <ac:spMk id="2" creationId="{BBA614D9-3CD7-F277-254C-B1E62FC6C1B0}"/>
          </ac:spMkLst>
        </pc:spChg>
        <pc:spChg chg="del">
          <ac:chgData name="Mariane Santos" userId="1dc76e84-c301-477b-901b-ed75ee0d8848" providerId="ADAL" clId="{8F03516E-5CB9-4735-B9F4-BBFE36496A9A}" dt="2026-06-26T11:15:04.880" v="13" actId="478"/>
          <ac:spMkLst>
            <pc:docMk/>
            <pc:sldMk cId="154095655" sldId="258"/>
            <ac:spMk id="3" creationId="{672CDE47-0B38-324F-11EC-631C8A2DB870}"/>
          </ac:spMkLst>
        </pc:spChg>
        <pc:picChg chg="add mod">
          <ac:chgData name="Mariane Santos" userId="1dc76e84-c301-477b-901b-ed75ee0d8848" providerId="ADAL" clId="{8F03516E-5CB9-4735-B9F4-BBFE36496A9A}" dt="2026-06-26T11:15:39.523" v="16" actId="1076"/>
          <ac:picMkLst>
            <pc:docMk/>
            <pc:sldMk cId="154095655" sldId="258"/>
            <ac:picMk id="5" creationId="{D8141E68-057C-15CA-7EA5-78921E25482A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18:06.370" v="22" actId="1076"/>
        <pc:sldMkLst>
          <pc:docMk/>
          <pc:sldMk cId="2137358421" sldId="259"/>
        </pc:sldMkLst>
        <pc:spChg chg="del">
          <ac:chgData name="Mariane Santos" userId="1dc76e84-c301-477b-901b-ed75ee0d8848" providerId="ADAL" clId="{8F03516E-5CB9-4735-B9F4-BBFE36496A9A}" dt="2026-06-26T11:18:01.278" v="20" actId="478"/>
          <ac:spMkLst>
            <pc:docMk/>
            <pc:sldMk cId="2137358421" sldId="259"/>
            <ac:spMk id="2" creationId="{57F55E09-3150-FAEA-7297-86C55A0A1F67}"/>
          </ac:spMkLst>
        </pc:spChg>
        <pc:spChg chg="del">
          <ac:chgData name="Mariane Santos" userId="1dc76e84-c301-477b-901b-ed75ee0d8848" providerId="ADAL" clId="{8F03516E-5CB9-4735-B9F4-BBFE36496A9A}" dt="2026-06-26T11:17:59.762" v="19" actId="478"/>
          <ac:spMkLst>
            <pc:docMk/>
            <pc:sldMk cId="2137358421" sldId="259"/>
            <ac:spMk id="3" creationId="{29163748-69BF-FD9E-A16D-F571083FC432}"/>
          </ac:spMkLst>
        </pc:spChg>
        <pc:picChg chg="add mod">
          <ac:chgData name="Mariane Santos" userId="1dc76e84-c301-477b-901b-ed75ee0d8848" providerId="ADAL" clId="{8F03516E-5CB9-4735-B9F4-BBFE36496A9A}" dt="2026-06-26T11:18:06.370" v="22" actId="1076"/>
          <ac:picMkLst>
            <pc:docMk/>
            <pc:sldMk cId="2137358421" sldId="259"/>
            <ac:picMk id="5" creationId="{557E31FF-AF1C-29F0-4E94-9CB995AE7B77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18:47.070" v="28" actId="1076"/>
        <pc:sldMkLst>
          <pc:docMk/>
          <pc:sldMk cId="1581053273" sldId="260"/>
        </pc:sldMkLst>
        <pc:spChg chg="del">
          <ac:chgData name="Mariane Santos" userId="1dc76e84-c301-477b-901b-ed75ee0d8848" providerId="ADAL" clId="{8F03516E-5CB9-4735-B9F4-BBFE36496A9A}" dt="2026-06-26T11:18:38.519" v="24" actId="478"/>
          <ac:spMkLst>
            <pc:docMk/>
            <pc:sldMk cId="1581053273" sldId="260"/>
            <ac:spMk id="2" creationId="{8E6B78FD-732D-BE3E-D158-29FA02C38755}"/>
          </ac:spMkLst>
        </pc:spChg>
        <pc:spChg chg="del">
          <ac:chgData name="Mariane Santos" userId="1dc76e84-c301-477b-901b-ed75ee0d8848" providerId="ADAL" clId="{8F03516E-5CB9-4735-B9F4-BBFE36496A9A}" dt="2026-06-26T11:18:40.249" v="25" actId="478"/>
          <ac:spMkLst>
            <pc:docMk/>
            <pc:sldMk cId="1581053273" sldId="260"/>
            <ac:spMk id="3" creationId="{30AB7BB9-04D7-339A-47A8-E9984D70F0C7}"/>
          </ac:spMkLst>
        </pc:spChg>
        <pc:picChg chg="add mod">
          <ac:chgData name="Mariane Santos" userId="1dc76e84-c301-477b-901b-ed75ee0d8848" providerId="ADAL" clId="{8F03516E-5CB9-4735-B9F4-BBFE36496A9A}" dt="2026-06-26T11:18:47.070" v="28" actId="1076"/>
          <ac:picMkLst>
            <pc:docMk/>
            <pc:sldMk cId="1581053273" sldId="260"/>
            <ac:picMk id="5" creationId="{9B2777B1-DCA7-5747-072C-A59B361A310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3F6D968-6214-62B1-98A7-84FA93E5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00" y="361684"/>
            <a:ext cx="7906600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270549C-70E8-CF4A-B4E6-192ACC2F0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96" y="1623926"/>
            <a:ext cx="10306007" cy="361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141E68-057C-15CA-7EA5-78921E25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63" y="201650"/>
            <a:ext cx="6408873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57E31FF-AF1C-29F0-4E94-9CB995AE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82" y="312390"/>
            <a:ext cx="7369635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5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B2777B1-DCA7-5747-072C-A59B361A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56" y="2219289"/>
            <a:ext cx="8068487" cy="24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53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1</cp:revision>
  <dcterms:created xsi:type="dcterms:W3CDTF">2026-06-25T16:03:33Z</dcterms:created>
  <dcterms:modified xsi:type="dcterms:W3CDTF">2026-06-26T11:18:47Z</dcterms:modified>
</cp:coreProperties>
</file>