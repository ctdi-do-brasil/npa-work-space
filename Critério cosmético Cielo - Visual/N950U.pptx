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delSld modSld">
      <pc:chgData name="Mariane Santos" userId="1dc76e84-c301-477b-901b-ed75ee0d8848" providerId="ADAL" clId="{8F03516E-5CB9-4735-B9F4-BBFE36496A9A}" dt="2026-06-25T18:11:59.579" v="13" actId="47"/>
      <pc:docMkLst>
        <pc:docMk/>
      </pc:docMkLst>
      <pc:sldChg chg="addSp delSp modSp mod">
        <pc:chgData name="Mariane Santos" userId="1dc76e84-c301-477b-901b-ed75ee0d8848" providerId="ADAL" clId="{8F03516E-5CB9-4735-B9F4-BBFE36496A9A}" dt="2026-06-25T18:11:55.543" v="12" actId="14100"/>
        <pc:sldMkLst>
          <pc:docMk/>
          <pc:sldMk cId="3768846709" sldId="258"/>
        </pc:sldMkLst>
        <pc:picChg chg="del">
          <ac:chgData name="Mariane Santos" userId="1dc76e84-c301-477b-901b-ed75ee0d8848" providerId="ADAL" clId="{8F03516E-5CB9-4735-B9F4-BBFE36496A9A}" dt="2026-06-25T18:10:57.586" v="0" actId="478"/>
          <ac:picMkLst>
            <pc:docMk/>
            <pc:sldMk cId="3768846709" sldId="258"/>
            <ac:picMk id="13" creationId="{AB4C3301-6E12-6184-64F4-BEF736458B39}"/>
          </ac:picMkLst>
        </pc:picChg>
        <pc:picChg chg="del mod">
          <ac:chgData name="Mariane Santos" userId="1dc76e84-c301-477b-901b-ed75ee0d8848" providerId="ADAL" clId="{8F03516E-5CB9-4735-B9F4-BBFE36496A9A}" dt="2026-06-25T18:10:58.076" v="2" actId="478"/>
          <ac:picMkLst>
            <pc:docMk/>
            <pc:sldMk cId="3768846709" sldId="258"/>
            <ac:picMk id="15" creationId="{64322104-6F6F-CA43-4285-B998D93A3FE8}"/>
          </ac:picMkLst>
        </pc:picChg>
        <pc:picChg chg="add mod">
          <ac:chgData name="Mariane Santos" userId="1dc76e84-c301-477b-901b-ed75ee0d8848" providerId="ADAL" clId="{8F03516E-5CB9-4735-B9F4-BBFE36496A9A}" dt="2026-06-25T18:11:55.543" v="12" actId="14100"/>
          <ac:picMkLst>
            <pc:docMk/>
            <pc:sldMk cId="3768846709" sldId="258"/>
            <ac:picMk id="17" creationId="{CBB18227-117D-8F9E-5DC8-19B77915261D}"/>
          </ac:picMkLst>
        </pc:picChg>
        <pc:picChg chg="add mod">
          <ac:chgData name="Mariane Santos" userId="1dc76e84-c301-477b-901b-ed75ee0d8848" providerId="ADAL" clId="{8F03516E-5CB9-4735-B9F4-BBFE36496A9A}" dt="2026-06-25T18:11:47.808" v="9" actId="1076"/>
          <ac:picMkLst>
            <pc:docMk/>
            <pc:sldMk cId="3768846709" sldId="258"/>
            <ac:picMk id="19" creationId="{FB6D17AD-3088-9293-0D27-478729EDA2C9}"/>
          </ac:picMkLst>
        </pc:picChg>
      </pc:sldChg>
      <pc:sldChg chg="del">
        <pc:chgData name="Mariane Santos" userId="1dc76e84-c301-477b-901b-ed75ee0d8848" providerId="ADAL" clId="{8F03516E-5CB9-4735-B9F4-BBFE36496A9A}" dt="2026-06-25T18:11:59.579" v="13" actId="47"/>
        <pc:sldMkLst>
          <pc:docMk/>
          <pc:sldMk cId="2725489912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CBB18227-117D-8F9E-5DC8-19B779152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373" y="75473"/>
            <a:ext cx="7129251" cy="134123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B6D17AD-3088-9293-0D27-478729EDA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374" y="1546400"/>
            <a:ext cx="7129251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8</cp:revision>
  <dcterms:created xsi:type="dcterms:W3CDTF">2026-06-25T16:03:33Z</dcterms:created>
  <dcterms:modified xsi:type="dcterms:W3CDTF">2026-06-25T18:12:08Z</dcterms:modified>
</cp:coreProperties>
</file>