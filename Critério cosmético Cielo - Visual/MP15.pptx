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delSld modSld">
      <pc:chgData name="Mariane Santos" userId="1dc76e84-c301-477b-901b-ed75ee0d8848" providerId="ADAL" clId="{8F03516E-5CB9-4735-B9F4-BBFE36496A9A}" dt="2026-06-25T17:26:38.734" v="7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7:26:38.734" v="7" actId="1076"/>
        <pc:sldMkLst>
          <pc:docMk/>
          <pc:sldMk cId="2124793554" sldId="256"/>
        </pc:sldMkLst>
        <pc:picChg chg="del">
          <ac:chgData name="Mariane Santos" userId="1dc76e84-c301-477b-901b-ed75ee0d8848" providerId="ADAL" clId="{8F03516E-5CB9-4735-B9F4-BBFE36496A9A}" dt="2026-06-25T17:26:18.167" v="2" actId="478"/>
          <ac:picMkLst>
            <pc:docMk/>
            <pc:sldMk cId="2124793554" sldId="256"/>
            <ac:picMk id="9" creationId="{196021FA-4153-1CF6-2F3C-9ADE3EF87FD1}"/>
          </ac:picMkLst>
        </pc:picChg>
        <pc:picChg chg="add mod">
          <ac:chgData name="Mariane Santos" userId="1dc76e84-c301-477b-901b-ed75ee0d8848" providerId="ADAL" clId="{8F03516E-5CB9-4735-B9F4-BBFE36496A9A}" dt="2026-06-25T17:26:38.734" v="7" actId="1076"/>
          <ac:picMkLst>
            <pc:docMk/>
            <pc:sldMk cId="2124793554" sldId="256"/>
            <ac:picMk id="11" creationId="{77DF77D2-79E8-648D-85A5-E5E89B090F02}"/>
          </ac:picMkLst>
        </pc:picChg>
      </pc:sldChg>
      <pc:sldChg chg="delSp del mod">
        <pc:chgData name="Mariane Santos" userId="1dc76e84-c301-477b-901b-ed75ee0d8848" providerId="ADAL" clId="{8F03516E-5CB9-4735-B9F4-BBFE36496A9A}" dt="2026-06-25T17:26:16.673" v="1" actId="47"/>
        <pc:sldMkLst>
          <pc:docMk/>
          <pc:sldMk cId="1185384145" sldId="257"/>
        </pc:sldMkLst>
        <pc:picChg chg="del">
          <ac:chgData name="Mariane Santos" userId="1dc76e84-c301-477b-901b-ed75ee0d8848" providerId="ADAL" clId="{8F03516E-5CB9-4735-B9F4-BBFE36496A9A}" dt="2026-06-25T17:26:15.580" v="0" actId="478"/>
          <ac:picMkLst>
            <pc:docMk/>
            <pc:sldMk cId="1185384145" sldId="257"/>
            <ac:picMk id="8" creationId="{360403FF-3083-FD9D-19E8-EA10BCE2FE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7DF77D2-79E8-648D-85A5-E5E89B090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25" y="475961"/>
            <a:ext cx="9240550" cy="590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3</cp:revision>
  <dcterms:created xsi:type="dcterms:W3CDTF">2026-06-25T16:03:33Z</dcterms:created>
  <dcterms:modified xsi:type="dcterms:W3CDTF">2026-06-25T17:26:44Z</dcterms:modified>
</cp:coreProperties>
</file>