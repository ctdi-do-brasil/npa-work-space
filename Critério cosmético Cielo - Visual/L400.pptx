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e Santos" userId="1dc76e84-c301-477b-901b-ed75ee0d8848" providerId="ADAL" clId="{8F03516E-5CB9-4735-B9F4-BBFE36496A9A}"/>
    <pc:docChg chg="custSel addSld delSld modSld">
      <pc:chgData name="Mariane Santos" userId="1dc76e84-c301-477b-901b-ed75ee0d8848" providerId="ADAL" clId="{8F03516E-5CB9-4735-B9F4-BBFE36496A9A}" dt="2026-06-25T18:08:20.563" v="12" actId="1076"/>
      <pc:docMkLst>
        <pc:docMk/>
      </pc:docMkLst>
      <pc:sldChg chg="del">
        <pc:chgData name="Mariane Santos" userId="1dc76e84-c301-477b-901b-ed75ee0d8848" providerId="ADAL" clId="{8F03516E-5CB9-4735-B9F4-BBFE36496A9A}" dt="2026-06-25T17:51:30.769" v="0" actId="47"/>
        <pc:sldMkLst>
          <pc:docMk/>
          <pc:sldMk cId="2124793554" sldId="256"/>
        </pc:sldMkLst>
      </pc:sldChg>
      <pc:sldChg chg="del">
        <pc:chgData name="Mariane Santos" userId="1dc76e84-c301-477b-901b-ed75ee0d8848" providerId="ADAL" clId="{8F03516E-5CB9-4735-B9F4-BBFE36496A9A}" dt="2026-06-25T17:51:32.515" v="1" actId="47"/>
        <pc:sldMkLst>
          <pc:docMk/>
          <pc:sldMk cId="2018463445" sldId="257"/>
        </pc:sldMkLst>
      </pc:sldChg>
      <pc:sldChg chg="addSp delSp modSp mod">
        <pc:chgData name="Mariane Santos" userId="1dc76e84-c301-477b-901b-ed75ee0d8848" providerId="ADAL" clId="{8F03516E-5CB9-4735-B9F4-BBFE36496A9A}" dt="2026-06-25T17:53:33.085" v="5" actId="22"/>
        <pc:sldMkLst>
          <pc:docMk/>
          <pc:sldMk cId="3768846709" sldId="258"/>
        </pc:sldMkLst>
        <pc:picChg chg="del">
          <ac:chgData name="Mariane Santos" userId="1dc76e84-c301-477b-901b-ed75ee0d8848" providerId="ADAL" clId="{8F03516E-5CB9-4735-B9F4-BBFE36496A9A}" dt="2026-06-25T17:51:34.222" v="2" actId="478"/>
          <ac:picMkLst>
            <pc:docMk/>
            <pc:sldMk cId="3768846709" sldId="258"/>
            <ac:picMk id="7" creationId="{B0A1EC93-BB4C-2885-FC75-546D039FB8FF}"/>
          </ac:picMkLst>
        </pc:picChg>
        <pc:picChg chg="add mod">
          <ac:chgData name="Mariane Santos" userId="1dc76e84-c301-477b-901b-ed75ee0d8848" providerId="ADAL" clId="{8F03516E-5CB9-4735-B9F4-BBFE36496A9A}" dt="2026-06-25T17:53:21.980" v="4" actId="1076"/>
          <ac:picMkLst>
            <pc:docMk/>
            <pc:sldMk cId="3768846709" sldId="258"/>
            <ac:picMk id="9" creationId="{03FFF65A-D22E-708E-C9FE-AC0ECDE226B2}"/>
          </ac:picMkLst>
        </pc:picChg>
        <pc:picChg chg="add">
          <ac:chgData name="Mariane Santos" userId="1dc76e84-c301-477b-901b-ed75ee0d8848" providerId="ADAL" clId="{8F03516E-5CB9-4735-B9F4-BBFE36496A9A}" dt="2026-06-25T17:53:33.085" v="5" actId="22"/>
          <ac:picMkLst>
            <pc:docMk/>
            <pc:sldMk cId="3768846709" sldId="258"/>
            <ac:picMk id="11" creationId="{E7B7D3FF-6A7D-B562-C36A-38BF73A267C7}"/>
          </ac:picMkLst>
        </pc:picChg>
      </pc:sldChg>
      <pc:sldChg chg="addSp delSp modSp new mod">
        <pc:chgData name="Mariane Santos" userId="1dc76e84-c301-477b-901b-ed75ee0d8848" providerId="ADAL" clId="{8F03516E-5CB9-4735-B9F4-BBFE36496A9A}" dt="2026-06-25T18:08:20.563" v="12" actId="1076"/>
        <pc:sldMkLst>
          <pc:docMk/>
          <pc:sldMk cId="2725489912" sldId="259"/>
        </pc:sldMkLst>
        <pc:spChg chg="del">
          <ac:chgData name="Mariane Santos" userId="1dc76e84-c301-477b-901b-ed75ee0d8848" providerId="ADAL" clId="{8F03516E-5CB9-4735-B9F4-BBFE36496A9A}" dt="2026-06-25T18:08:09.782" v="8" actId="478"/>
          <ac:spMkLst>
            <pc:docMk/>
            <pc:sldMk cId="2725489912" sldId="259"/>
            <ac:spMk id="2" creationId="{26723BCA-C086-C285-F8A0-0E1F63E6272B}"/>
          </ac:spMkLst>
        </pc:spChg>
        <pc:spChg chg="del">
          <ac:chgData name="Mariane Santos" userId="1dc76e84-c301-477b-901b-ed75ee0d8848" providerId="ADAL" clId="{8F03516E-5CB9-4735-B9F4-BBFE36496A9A}" dt="2026-06-25T18:08:11.110" v="9" actId="478"/>
          <ac:spMkLst>
            <pc:docMk/>
            <pc:sldMk cId="2725489912" sldId="259"/>
            <ac:spMk id="3" creationId="{1960AA31-16B7-0B5A-5F6E-10705BF80F85}"/>
          </ac:spMkLst>
        </pc:spChg>
        <pc:picChg chg="add mod">
          <ac:chgData name="Mariane Santos" userId="1dc76e84-c301-477b-901b-ed75ee0d8848" providerId="ADAL" clId="{8F03516E-5CB9-4735-B9F4-BBFE36496A9A}" dt="2026-06-25T18:08:20.563" v="12" actId="1076"/>
          <ac:picMkLst>
            <pc:docMk/>
            <pc:sldMk cId="2725489912" sldId="259"/>
            <ac:picMk id="5" creationId="{54C5CBEF-1D2A-6245-143D-BF4E8AA891E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D80FF-051B-2ABC-396F-95359C753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E6DA0D-06C5-CD1A-6207-34E0C026F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4F1ECF-EDC3-C857-653B-4B4D5724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230916-06DE-8A33-E01A-A8D4E4FE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CF1F02-6B47-D1ED-281F-91E947A2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5397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AAE27-176F-9D80-D738-AD1A1D17C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ADBC7F-EA2B-6AE4-50D4-C41FA01E7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29191E-717E-C4BA-8426-605CBB506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53ADBB-BC35-6755-3D2B-63E409ED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7B4B1E-CB4C-E781-857E-F05FA17F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1942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AD4D0-61F8-AEC4-6C05-01006D8F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090BEE-A94E-0DEC-A952-481F18C24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ED1851-F32D-B8BD-71BE-E45B4330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50C03C-D627-C18A-72F1-6ABF6F2AE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A2B7F9-BED9-70DB-98AD-7FDA6E75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655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6EFCB-4C17-1D86-D667-C566E172B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237637-83F9-88DB-CA2B-58C10F7DC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0195D4-59AF-5A02-4E03-D3DE33F4B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81B958-D9CC-8165-F9CF-45352A9CC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B79CC3-A822-8FBC-E514-EE26EBD61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7FA578-4B9F-A395-6364-84F2B361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824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5E6A3-DA9C-794C-DC41-4630B148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B1C2B0-1DE5-B230-3803-F8EA2F134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AAC91F-4100-29A1-DDAA-FAF06EB04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6D08D86-DF5D-181E-914B-17D4B1EEBC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6652505-A3A4-376E-92A0-C479DE582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B1FDCD9-8AD2-06E0-0016-754A391EE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443C6F9-9DCF-99F3-5B9C-FD655ACB5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8AF947D-478C-B2C4-8181-6EAA17BB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7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F11CB2-A9A7-9672-3469-C35C56006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3081321-ED42-3560-EB57-823082A0F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4F3ED31-BE7D-A625-F660-62BBF027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314E0E-DC23-9C53-5B51-BCF4FB06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50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84B274-903B-92C6-BF85-7F063863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8B7FB0C-FDAC-6251-1762-92B847B00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464A22-D269-54E1-FF10-9235A6A3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443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B357C8-2EA7-8E39-A328-A8D664223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8AB081-4A87-4E51-BEF9-746A22246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DE3A02-C669-546D-5E6E-3D456406A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D998E6-A7F8-60C0-37E1-E71AA6F3D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7F386F-4E9E-6ED0-7F83-E589E73E3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C2BD98-5778-6A16-1762-6925041A0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171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13689-590F-26D3-8ACC-857D144C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2DBCF5F-B3AF-659C-AB26-69326F0871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44888A-61A9-BB3A-F3BF-8BD7350F0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B4F536-2C49-EF76-0422-37CF3A133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F1BF30-1DA2-8CBB-9B25-FD5C8850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419684-519F-DF5E-742F-7FBE3900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42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D7F4C-EF6E-B7FF-C570-3C1E80209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6A32E4-6D8B-2097-6E45-4B0480B28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4F5F80-0F12-C688-7952-5E8D2F5F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6107A3-1C5B-41D3-E525-392B8C4B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5D72B8-2DAD-25F4-9819-881536C8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359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71DD66-0D36-17F1-8E16-D5C3D11BB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02412B-35C7-C75D-E7E8-192121233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1AD8CA-6580-CB2A-BB62-E39040EC2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1711BF-B6BD-9621-BB10-2BF5A147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C3C4F0-B239-E37E-6CE7-3BF9464D0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716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3B8AEAC-60F0-449D-9F9F-D1A6D168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5F2E41-9741-5675-8A99-974983C9A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A30B91-D735-A61B-4CD8-4B8BEBACA9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14ED58-51EF-4E62-5FE9-FF6112464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F65355-4C4A-C1B6-BEBD-2EBFF450F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7007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03FFF65A-D22E-708E-C9FE-AC0ECDE22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514" y="685000"/>
            <a:ext cx="7292972" cy="141744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7B7D3FF-6A7D-B562-C36A-38BF73A26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514" y="2316383"/>
            <a:ext cx="7292972" cy="222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846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4C5CBEF-1D2A-6245-143D-BF4E8AA89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744" y="419795"/>
            <a:ext cx="7604511" cy="601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4899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Mariane Santos</dc:creator>
  <cp:lastModifiedBy>Mariane Santos</cp:lastModifiedBy>
  <cp:revision>6</cp:revision>
  <dcterms:created xsi:type="dcterms:W3CDTF">2026-06-25T16:03:33Z</dcterms:created>
  <dcterms:modified xsi:type="dcterms:W3CDTF">2026-06-25T18:08:22Z</dcterms:modified>
</cp:coreProperties>
</file>