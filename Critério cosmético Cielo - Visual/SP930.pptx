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addSld delSld modSld">
      <pc:chgData name="Mariane Santos" userId="1dc76e84-c301-477b-901b-ed75ee0d8848" providerId="ADAL" clId="{8F03516E-5CB9-4735-B9F4-BBFE36496A9A}" dt="2026-06-26T10:59:46.385" v="99" actId="1076"/>
      <pc:docMkLst>
        <pc:docMk/>
      </pc:docMkLst>
      <pc:sldChg chg="addSp delSp modSp mod">
        <pc:chgData name="Mariane Santos" userId="1dc76e84-c301-477b-901b-ed75ee0d8848" providerId="ADAL" clId="{8F03516E-5CB9-4735-B9F4-BBFE36496A9A}" dt="2026-06-23T19:05:28.659" v="79" actId="1076"/>
        <pc:sldMkLst>
          <pc:docMk/>
          <pc:sldMk cId="3965338320" sldId="256"/>
        </pc:sldMkLst>
        <pc:picChg chg="add mod">
          <ac:chgData name="Mariane Santos" userId="1dc76e84-c301-477b-901b-ed75ee0d8848" providerId="ADAL" clId="{8F03516E-5CB9-4735-B9F4-BBFE36496A9A}" dt="2026-06-23T19:05:28.659" v="79" actId="1076"/>
          <ac:picMkLst>
            <pc:docMk/>
            <pc:sldMk cId="3965338320" sldId="256"/>
            <ac:picMk id="5" creationId="{7740742A-397E-95D4-65B3-75BB58B2AE56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3T19:01:33.541" v="65" actId="1076"/>
        <pc:sldMkLst>
          <pc:docMk/>
          <pc:sldMk cId="2787603134" sldId="257"/>
        </pc:sldMkLst>
        <pc:picChg chg="add mod">
          <ac:chgData name="Mariane Santos" userId="1dc76e84-c301-477b-901b-ed75ee0d8848" providerId="ADAL" clId="{8F03516E-5CB9-4735-B9F4-BBFE36496A9A}" dt="2026-06-23T19:01:33.541" v="65" actId="1076"/>
          <ac:picMkLst>
            <pc:docMk/>
            <pc:sldMk cId="2787603134" sldId="257"/>
            <ac:picMk id="11" creationId="{90A0B6B3-BBF9-3DB6-7487-688C15CEBE4E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3T19:05:21.423" v="77" actId="1076"/>
        <pc:sldMkLst>
          <pc:docMk/>
          <pc:sldMk cId="4028473401" sldId="258"/>
        </pc:sldMkLst>
        <pc:picChg chg="add mod">
          <ac:chgData name="Mariane Santos" userId="1dc76e84-c301-477b-901b-ed75ee0d8848" providerId="ADAL" clId="{8F03516E-5CB9-4735-B9F4-BBFE36496A9A}" dt="2026-06-23T19:05:21.423" v="77" actId="1076"/>
          <ac:picMkLst>
            <pc:docMk/>
            <pc:sldMk cId="4028473401" sldId="258"/>
            <ac:picMk id="7" creationId="{AA20AA8C-8F2A-86FC-8071-BB70E91E9586}"/>
          </ac:picMkLst>
        </pc:picChg>
      </pc:sldChg>
      <pc:sldChg chg="addSp delSp modSp add mod">
        <pc:chgData name="Mariane Santos" userId="1dc76e84-c301-477b-901b-ed75ee0d8848" providerId="ADAL" clId="{8F03516E-5CB9-4735-B9F4-BBFE36496A9A}" dt="2026-06-23T19:02:04.011" v="70" actId="1076"/>
        <pc:sldMkLst>
          <pc:docMk/>
          <pc:sldMk cId="3370855438" sldId="265"/>
        </pc:sldMkLst>
        <pc:picChg chg="add mod">
          <ac:chgData name="Mariane Santos" userId="1dc76e84-c301-477b-901b-ed75ee0d8848" providerId="ADAL" clId="{8F03516E-5CB9-4735-B9F4-BBFE36496A9A}" dt="2026-06-23T19:02:04.011" v="70" actId="1076"/>
          <ac:picMkLst>
            <pc:docMk/>
            <pc:sldMk cId="3370855438" sldId="265"/>
            <ac:picMk id="3" creationId="{10898704-A3A9-8B74-4812-D6E8FF94B071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6T10:58:05.552" v="87" actId="1076"/>
        <pc:sldMkLst>
          <pc:docMk/>
          <pc:sldMk cId="2449077760" sldId="266"/>
        </pc:sldMkLst>
        <pc:spChg chg="del">
          <ac:chgData name="Mariane Santos" userId="1dc76e84-c301-477b-901b-ed75ee0d8848" providerId="ADAL" clId="{8F03516E-5CB9-4735-B9F4-BBFE36496A9A}" dt="2026-06-26T10:57:49.644" v="81" actId="478"/>
          <ac:spMkLst>
            <pc:docMk/>
            <pc:sldMk cId="2449077760" sldId="266"/>
            <ac:spMk id="2" creationId="{E13C0EF7-C762-151B-BE89-8AC24D041AC1}"/>
          </ac:spMkLst>
        </pc:spChg>
        <pc:spChg chg="del">
          <ac:chgData name="Mariane Santos" userId="1dc76e84-c301-477b-901b-ed75ee0d8848" providerId="ADAL" clId="{8F03516E-5CB9-4735-B9F4-BBFE36496A9A}" dt="2026-06-26T10:57:51.915" v="82" actId="478"/>
          <ac:spMkLst>
            <pc:docMk/>
            <pc:sldMk cId="2449077760" sldId="266"/>
            <ac:spMk id="3" creationId="{715BA420-630D-21C6-075B-3144241ECE70}"/>
          </ac:spMkLst>
        </pc:spChg>
        <pc:picChg chg="add mod">
          <ac:chgData name="Mariane Santos" userId="1dc76e84-c301-477b-901b-ed75ee0d8848" providerId="ADAL" clId="{8F03516E-5CB9-4735-B9F4-BBFE36496A9A}" dt="2026-06-26T10:58:05.552" v="87" actId="1076"/>
          <ac:picMkLst>
            <pc:docMk/>
            <pc:sldMk cId="2449077760" sldId="266"/>
            <ac:picMk id="5" creationId="{02DC4FFF-7521-9F95-C09F-6FA4CD014CAB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6T10:58:55.043" v="93" actId="1076"/>
        <pc:sldMkLst>
          <pc:docMk/>
          <pc:sldMk cId="429983292" sldId="267"/>
        </pc:sldMkLst>
        <pc:spChg chg="del">
          <ac:chgData name="Mariane Santos" userId="1dc76e84-c301-477b-901b-ed75ee0d8848" providerId="ADAL" clId="{8F03516E-5CB9-4735-B9F4-BBFE36496A9A}" dt="2026-06-26T10:58:46.085" v="89" actId="478"/>
          <ac:spMkLst>
            <pc:docMk/>
            <pc:sldMk cId="429983292" sldId="267"/>
            <ac:spMk id="2" creationId="{E58C4581-7EDD-2D68-4BCE-E0FD26C214B5}"/>
          </ac:spMkLst>
        </pc:spChg>
        <pc:spChg chg="del">
          <ac:chgData name="Mariane Santos" userId="1dc76e84-c301-477b-901b-ed75ee0d8848" providerId="ADAL" clId="{8F03516E-5CB9-4735-B9F4-BBFE36496A9A}" dt="2026-06-26T10:58:48.376" v="90" actId="478"/>
          <ac:spMkLst>
            <pc:docMk/>
            <pc:sldMk cId="429983292" sldId="267"/>
            <ac:spMk id="3" creationId="{FF8F4902-DAB9-8750-B1B5-F660B30E3DA8}"/>
          </ac:spMkLst>
        </pc:spChg>
        <pc:picChg chg="add mod">
          <ac:chgData name="Mariane Santos" userId="1dc76e84-c301-477b-901b-ed75ee0d8848" providerId="ADAL" clId="{8F03516E-5CB9-4735-B9F4-BBFE36496A9A}" dt="2026-06-26T10:58:55.043" v="93" actId="1076"/>
          <ac:picMkLst>
            <pc:docMk/>
            <pc:sldMk cId="429983292" sldId="267"/>
            <ac:picMk id="5" creationId="{FEC14F8E-C195-BC73-FB27-953570EA614C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6T10:59:46.385" v="99" actId="1076"/>
        <pc:sldMkLst>
          <pc:docMk/>
          <pc:sldMk cId="2321375213" sldId="268"/>
        </pc:sldMkLst>
        <pc:spChg chg="del">
          <ac:chgData name="Mariane Santos" userId="1dc76e84-c301-477b-901b-ed75ee0d8848" providerId="ADAL" clId="{8F03516E-5CB9-4735-B9F4-BBFE36496A9A}" dt="2026-06-26T10:59:38.828" v="96" actId="478"/>
          <ac:spMkLst>
            <pc:docMk/>
            <pc:sldMk cId="2321375213" sldId="268"/>
            <ac:spMk id="2" creationId="{494A20F2-9F00-DD59-267A-B44F7DC142D9}"/>
          </ac:spMkLst>
        </pc:spChg>
        <pc:spChg chg="del">
          <ac:chgData name="Mariane Santos" userId="1dc76e84-c301-477b-901b-ed75ee0d8848" providerId="ADAL" clId="{8F03516E-5CB9-4735-B9F4-BBFE36496A9A}" dt="2026-06-26T10:59:41.016" v="97" actId="478"/>
          <ac:spMkLst>
            <pc:docMk/>
            <pc:sldMk cId="2321375213" sldId="268"/>
            <ac:spMk id="3" creationId="{5942A306-F47C-5B82-68D5-A55050C7D10B}"/>
          </ac:spMkLst>
        </pc:spChg>
        <pc:picChg chg="add mod">
          <ac:chgData name="Mariane Santos" userId="1dc76e84-c301-477b-901b-ed75ee0d8848" providerId="ADAL" clId="{8F03516E-5CB9-4735-B9F4-BBFE36496A9A}" dt="2026-06-26T10:59:46.385" v="99" actId="1076"/>
          <ac:picMkLst>
            <pc:docMk/>
            <pc:sldMk cId="2321375213" sldId="268"/>
            <ac:picMk id="5" creationId="{C809CF26-04D5-BA2E-7070-ECAB688F57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1BB1A-CBA8-E1B4-1EB8-9F03C9411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440673-3F6E-85B7-6B54-2E24338C7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5A0DAF-34FA-4F56-4C71-92650F46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5AA902-9594-71E5-A8F2-DA55F0E8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14BEF3-79F4-2F42-E371-7659572A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17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D2A1F-C1B5-F234-46A3-6B6E1AFE9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D7AC79-803E-646C-0E8F-248E9D319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C86224-EA57-C697-B848-2838724D7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0EE3CB-21FE-D06E-C633-AF9C2D09A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A335DA-3EF5-4EF8-2BBE-CBF346E4E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876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603D7-971F-2ADC-D199-1940DAE6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8469E1-905F-3F77-65A6-6F09F25F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B10E52-48B3-0CD4-9243-34366314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3CC263-C66A-780D-ED55-39655916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1C2ECA-5BE8-0AED-930D-187DC818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44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A7529-1CE2-2E7B-A8D8-62898ABA7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EA8218-8AF4-6B33-855F-FFF510177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B5CBD7-558C-6CEE-066C-E1E5FFD55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98AAE7-E8E7-1B3D-BA64-0E0A4E52F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4265BE-F1F0-E813-5993-DBA2560EB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EBEE37-AAB2-6AD2-ADA2-54B38260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082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54F8C-7DBE-A75F-9E64-4A82AC5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1B3A22-96DD-DA3D-CAEB-69FFB3C02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4C22E4-A148-DCD1-88DE-324DBED69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795851-8CF8-ACA3-8085-47DF47D5E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5A3D90-F35E-F22F-CBAB-1C3430C0C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B1F2A9C-FC01-6B2D-60C4-8DC8FC00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EE0276A-6CBD-82E3-28C1-C9E036020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981DB63-6284-7505-3D61-9FBE9BA7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507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A85C1-FA2D-2DFA-DC3A-8C301F139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75A831E-0268-2099-5512-A60993E5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D0491BA-C947-40E2-7E4C-AE3BB40A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C28B18B-BE8C-995E-3147-A20444C4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90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3898FCD-6494-9FBA-F4F9-CF46694B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379C1A2-0982-FCD5-50C1-1F58E6DF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16EEA9-8BD7-AB85-6B0E-A80A19DC4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11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5373C-AD50-62A7-1FFC-B37BC584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F16011-73BD-3B30-DC56-1B415B8A1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057A0E-FFC5-4EEE-0B0E-66334CD1F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6883D8-05C2-99C3-17BF-A576BA3F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056B46-882D-F683-6103-EA740BE4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C52980-E151-7336-BF55-72A6C84A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143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E2C72-230C-A011-1D10-89E6DFA07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DFF7B31-65B2-CE8E-D2E6-46D7DECE4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168EB1-DD27-8C27-5728-4B48C3C02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7C5368-311A-CD38-9491-B43C266A8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ED2D42-A973-15DE-7E29-36AABFA1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9AA590-28DE-E298-5D25-A419A00B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273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27A0B-041A-B589-7483-DF589D39F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F1D2C6-B2B8-B326-E9BC-8DED48FFF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2EF51B-58DE-7113-9212-0EE85334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0B75B-802F-BA08-453D-B9B16D9E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022974-02DB-6D10-2028-4BA1A183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669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9903E1-7E18-0360-8333-4A81CBE311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D24F8B-A535-C918-BCF3-440B55BE5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8E082C-E32F-7CCF-F699-A6E779CD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757A4C-BD34-71B2-D179-F0FC4FD8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E8EA32-6074-D227-6F9E-F60686B1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288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8BFEEA1-57E2-40EF-D43F-B8B1F694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79497B-656E-6D77-E15F-666F9D528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3401BD-0B02-3209-5991-6F66CF778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135D4-8870-46CD-8DD8-6FD12160528C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8824F0-549D-92E2-7D5B-CD14BCA08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96AA48-8F76-F41B-56A6-BC8191006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FE97F-6AA6-422B-8444-D911820CAE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633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740742A-397E-95D4-65B3-75BB58B2A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493" y="530311"/>
            <a:ext cx="9357014" cy="579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3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90A0B6B3-BBF9-3DB6-7487-688C15CEB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450" y="569638"/>
            <a:ext cx="8541099" cy="571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0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92F90-8311-155B-31B6-605601038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0898704-A3A9-8B74-4812-D6E8FF94B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76" y="357052"/>
            <a:ext cx="10460448" cy="614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5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A20AA8C-8F2A-86FC-8071-BB70E91E9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076" y="171733"/>
            <a:ext cx="9575847" cy="651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73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2DC4FFF-7521-9F95-C09F-6FA4CD014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55" y="319423"/>
            <a:ext cx="8013289" cy="621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77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EC14F8E-C195-BC73-FB27-953570EA6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667" y="361684"/>
            <a:ext cx="7146665" cy="61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8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809CF26-04D5-BA2E-7070-ECAB688F5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44" y="1937481"/>
            <a:ext cx="10718712" cy="298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752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1</cp:revision>
  <dcterms:created xsi:type="dcterms:W3CDTF">2026-06-23T18:48:54Z</dcterms:created>
  <dcterms:modified xsi:type="dcterms:W3CDTF">2026-06-26T10:59:54Z</dcterms:modified>
</cp:coreProperties>
</file>